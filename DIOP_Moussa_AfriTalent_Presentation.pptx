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8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1139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</a:t>
            </a:r>
            <a:r>
              <a:rPr lang="en-US" sz="22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AfriTalent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2286000" y="237744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0D917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2377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Freelance Tech — Afrique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2 — S2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32918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0" name="Text 8"/>
          <p:cNvSpPr/>
          <p:nvPr/>
        </p:nvSpPr>
        <p:spPr>
          <a:xfrm>
            <a:off x="256032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3657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MOUSSA DIOP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32918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3657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L1CS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32918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3657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HTML5 / CSS3 / Bootstrap 5 / JavaScript / GitHub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6F5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6F5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0116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6F5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260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29260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projet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6F5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8404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38404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(JS, CSS, Bootstrap)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0972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10972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Workflow Git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20116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0116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77840" y="20116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29260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29260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38404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38404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77840" y="38404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&amp;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3657600"/>
          </a:xfrm>
          <a:prstGeom prst="roundRect">
            <a:avLst>
              <a:gd name="adj" fmla="val 3750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du freelance tech en Afrique connaît une croissance explosive.
Le projet consiste à concevoir le site vitrine complet d'une plateforme fictive nommée </a:t>
            </a:r>
            <a:r>
              <a:rPr lang="en-US" sz="1300" b="1" dirty="0">
                <a:solidFill>
                  <a:srgbClr val="0D9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cible : freelances tech ET entreprises africaines et internationales.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657600"/>
          </a:xfrm>
          <a:prstGeom prst="roundRect">
            <a:avLst>
              <a:gd name="adj" fmla="val 3750"/>
            </a:avLst>
          </a:prstGeom>
          <a:solidFill>
            <a:srgbClr val="E6F5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pédagogiques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737360"/>
            <a:ext cx="228600" cy="22860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7190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sémantique &amp; accessibilité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46320" y="2212848"/>
            <a:ext cx="228600" cy="22860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avancé (Grid, Bento, animations)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2688336"/>
            <a:ext cx="228600" cy="22860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26700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(navbar, cards, carousel…)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3163824"/>
            <a:ext cx="228600" cy="22860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31455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vanilla (7 fonctionnalités)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46320" y="3639312"/>
            <a:ext cx="228600" cy="22860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36210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(10 commits, Pages)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46320" y="4114800"/>
            <a:ext cx="228600" cy="22860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40965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&amp; présentation PowerPoint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Palette de couleurs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0D91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06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principal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#0D9171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48840" y="15087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A1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2606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background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2834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#1A1A2E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15087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606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secondaire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2834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#16213E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32120" y="15087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606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 texte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32120" y="2834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23760" y="15087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E6F5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2606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clair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2834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#E6F5F1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Typographie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Grotesk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des titres (Google Fonts)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Expressive, moderne, tech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6118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Sans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0" y="4114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du corps (Google Fonts)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Lisible, claire, épurée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Inspirations &amp; Tendances 2026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Bento Grid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modulaire asymétrique inspirée du style Bento Box. Cartes de tailles différentes pour une mise en page dynamique.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143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Mode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55448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sombre par défaut avec toggle Light/Dark persisté via localStorage entre toutes les pages.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5156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143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Typographie expressive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155448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Grands titres (64-80px), contrastes forts, hiérarchie visuelle claire. Le texte comme élément graphique.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6F5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Animations au scroll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Fade-in des sections, compteurs animés, apparition progressive des éléments via IntersectionObserver.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971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6F5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2900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347472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aria-label, alt sur images, navigation clavier, contrastes WCAG, balises sémantiques HTML5.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971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6F5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épuré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47472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5 couleurs, espaces blancs généreux, icônes Bootstrap Icons, palette verte/sombre cohérente.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Projet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Arborescence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NOM-Prenom-AfriTalent/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739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📄 index.html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391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📄 freelances.html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📄 tarifs.html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694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📄 about.html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📄 contact.html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0998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📁 css/ → style.css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364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📁 js/  → main.js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6301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📁 images/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953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📁 docs/ → Présentation.pptx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📄 README.md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4256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📄 .gitignore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Pages HTML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50876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0D2035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5361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17922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— Hero, Bento Grid, Catégories, Témoignages, CTA, Footer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212848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0D2035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240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freelances.html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496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— Grille 9+ profils, filtrage JS dynamique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916936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0D2035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944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tarifs.html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— 3 plans, FAQ accordion Bootstrap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621024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0D2035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6484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about.html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904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 — Histoire, Équipe, Valeurs, Chiffres clés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4325112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0D2035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43525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contact.html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608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— Formulaire validé JS, carte Maps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Aperçu des Pages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62318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Accueil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freelances.html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tarifs.html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306324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5468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3063240"/>
            <a:ext cx="2926080" cy="1737360"/>
          </a:xfrm>
          <a:prstGeom prst="roundRect">
            <a:avLst>
              <a:gd name="adj" fmla="val 5263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52160" y="3703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4434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Remplacer les zones grises par vos vraies captures d'écran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— 7 Fonctionnalités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82296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234440"/>
            <a:ext cx="457200" cy="45720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Mode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localStorage.setItem('theme', mode)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4023360" cy="82296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2221992"/>
            <a:ext cx="457200" cy="45720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20848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Compteurs animés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2450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IntersectionObserver + requestAnimationFrame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26664"/>
            <a:ext cx="4023360" cy="82296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9544"/>
            <a:ext cx="457200" cy="45720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09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30723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Filtrage dynamique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4381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classList.toggle('hidden') sans rechargement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14216"/>
            <a:ext cx="4023360" cy="82296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" y="4197096"/>
            <a:ext cx="457200" cy="45720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40599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formulaire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44256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regex.test(email) + messages d'erreur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051560"/>
            <a:ext cx="4023360" cy="82296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56048" y="1234440"/>
            <a:ext cx="457200" cy="45720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26" name="Text 24"/>
          <p:cNvSpPr/>
          <p:nvPr/>
        </p:nvSpPr>
        <p:spPr>
          <a:xfrm>
            <a:off x="4956048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04688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Navbar au scroll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window.scrollY &gt; 80 → classList.add('scrolled')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039112"/>
            <a:ext cx="4023360" cy="82296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56048" y="2221992"/>
            <a:ext cx="457200" cy="45720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31" name="Text 29"/>
          <p:cNvSpPr/>
          <p:nvPr/>
        </p:nvSpPr>
        <p:spPr>
          <a:xfrm>
            <a:off x="4956048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04688" y="20848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Bouton retour haut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04688" y="2450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window.scrollTo({ top:0, behavior:'smooth' })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026664"/>
            <a:ext cx="4023360" cy="82296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56048" y="3209544"/>
            <a:ext cx="457200" cy="45720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36" name="Text 34"/>
          <p:cNvSpPr/>
          <p:nvPr/>
        </p:nvSpPr>
        <p:spPr>
          <a:xfrm>
            <a:off x="4956048" y="3209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504688" y="30723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Fade-in sections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04688" y="34381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IntersectionObserver → classList.add('visible')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avancé &amp; Bootstrap 5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73152" cy="274320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727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:root { --green: #0D9171; } — 6+ variables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48256"/>
            <a:ext cx="73152" cy="274320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208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→ Bento Grid asymétrique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73152" cy="274320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68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→ navbar, footer, alignements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73152" cy="274320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169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Animations: @keyframes + transition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73152" cy="274320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64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→ fade-in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73152" cy="274320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130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queries: 375 / 768 / 1200px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73152" cy="274320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611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hover (ombre, scale, couleur)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05156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E6F5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143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846320" y="1600200"/>
            <a:ext cx="73152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5727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responsive (hamburger mobile)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048256"/>
            <a:ext cx="73152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020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col-12 / col-md-6 / col-lg-4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496312"/>
            <a:ext cx="73152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4688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— profils freelances, tarifs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2944368"/>
            <a:ext cx="73152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9169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— section témoignages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3392424"/>
            <a:ext cx="73152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 — FAQ page tarifs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840480"/>
            <a:ext cx="73152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8130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— inscription / confirmation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4288536"/>
            <a:ext cx="73152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42611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Bootstrap personnalisées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&amp; Workflow Git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61288"/>
            <a:ext cx="438912" cy="438912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61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14300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: création du dépôt, arborescence et structure HTML de base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37944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947672"/>
            <a:ext cx="438912" cy="438912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47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92938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: structure complète des 5 pages avec sections et contenu texte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2432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734056"/>
            <a:ext cx="438912" cy="438912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340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71576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variables, typographie, layout général et styles de base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10712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520440"/>
            <a:ext cx="438912" cy="438912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04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50215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Bento Grid, hero, catégories, effets hover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9709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306824"/>
            <a:ext cx="438912" cy="438912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3068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28853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responsive design mobile et tablette, media queries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105156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16213E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1161288"/>
            <a:ext cx="438912" cy="438912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161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114300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dark mode avec localStorage, navbar dynamique au scroll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1837944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16213E"/>
          </a:solidFill>
          <a:ln/>
        </p:spPr>
      </p:sp>
      <p:sp>
        <p:nvSpPr>
          <p:cNvPr id="29" name="Shape 27"/>
          <p:cNvSpPr/>
          <p:nvPr/>
        </p:nvSpPr>
        <p:spPr>
          <a:xfrm>
            <a:off x="4937760" y="1947672"/>
            <a:ext cx="438912" cy="438912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1947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192938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compteurs animés au scroll et animations fade-in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262432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16213E"/>
          </a:solidFill>
          <a:ln/>
        </p:spPr>
      </p:sp>
      <p:sp>
        <p:nvSpPr>
          <p:cNvPr id="33" name="Shape 31"/>
          <p:cNvSpPr/>
          <p:nvPr/>
        </p:nvSpPr>
        <p:spPr>
          <a:xfrm>
            <a:off x="4937760" y="2734056"/>
            <a:ext cx="438912" cy="438912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7340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0" y="271576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filtrage dynamique des freelances et validation formulaire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410712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16213E"/>
          </a:solidFill>
          <a:ln/>
        </p:spPr>
      </p:sp>
      <p:sp>
        <p:nvSpPr>
          <p:cNvPr id="37" name="Shape 35"/>
          <p:cNvSpPr/>
          <p:nvPr/>
        </p:nvSpPr>
        <p:spPr>
          <a:xfrm>
            <a:off x="4937760" y="3520440"/>
            <a:ext cx="438912" cy="438912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35204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0" y="350215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: corrections responsive, optimisation et commentaires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0" y="419709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16213E"/>
          </a:solidFill>
          <a:ln/>
        </p:spPr>
      </p:sp>
      <p:sp>
        <p:nvSpPr>
          <p:cNvPr id="41" name="Shape 39"/>
          <p:cNvSpPr/>
          <p:nvPr/>
        </p:nvSpPr>
        <p:spPr>
          <a:xfrm>
            <a:off x="4937760" y="4306824"/>
            <a:ext cx="438912" cy="438912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43068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0" y="428853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: GitHub Pages activé, README finalisé, PowerPoint ajouté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4800600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0D9171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Site en ligne : https://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VOTRE-USERNAME.github.io/DIOP-Moussa-AfriTalent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&amp; Solutions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64592" cy="868680"/>
          </a:xfrm>
          <a:prstGeom prst="roundRect">
            <a:avLst>
              <a:gd name="adj" fmla="val 33333"/>
            </a:avLst>
          </a:prstGeom>
          <a:solidFill>
            <a:srgbClr val="0D917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Bento Grid asymétrique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990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à gérer les tailles différentes des cartes et le responsive.  </a:t>
            </a:r>
            <a:r>
              <a:rPr lang="en-US" sz="1100" b="1" dirty="0">
                <a:solidFill>
                  <a:srgbClr val="0D9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 CSS Grid avec grid-column: span X pour chaque carte, et ajustement via media queries pour passer à col-12 sur mobile.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164592" cy="868680"/>
          </a:xfrm>
          <a:prstGeom prst="roundRect">
            <a:avLst>
              <a:gd name="adj" fmla="val 33333"/>
            </a:avLst>
          </a:prstGeom>
          <a:solidFill>
            <a:srgbClr val="0D917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Mode persistant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4048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thème se réinitialisait à chaque changement de page.  </a:t>
            </a:r>
            <a:r>
              <a:rPr lang="en-US" sz="1100" b="1" dirty="0">
                <a:solidFill>
                  <a:srgbClr val="0D9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du choix dans localStorage et lecture au chargement de chaque page avec document.documentElement.setAttribute('data-theme', ...).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63240"/>
            <a:ext cx="164592" cy="868680"/>
          </a:xfrm>
          <a:prstGeom prst="roundRect">
            <a:avLst>
              <a:gd name="adj" fmla="val 33333"/>
            </a:avLst>
          </a:prstGeom>
          <a:solidFill>
            <a:srgbClr val="0D917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08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IntersectionObserver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4107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compteurs et les animations fade-in ne se déclenchaient pas au bon moment.  </a:t>
            </a:r>
            <a:r>
              <a:rPr lang="en-US" sz="1100" b="1" dirty="0">
                <a:solidFill>
                  <a:srgbClr val="0D9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du threshold (0.2) et du rootMargin pour ajuster le déclenchement selon la position des éléments dans le viewport.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069080"/>
            <a:ext cx="164592" cy="868680"/>
          </a:xfrm>
          <a:prstGeom prst="roundRect">
            <a:avLst>
              <a:gd name="adj" fmla="val 33333"/>
            </a:avLst>
          </a:prstGeom>
          <a:solidFill>
            <a:srgbClr val="0D917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formulaire regex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4165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L'expression régulière pour valider l'email rejetait certains formats valides.  </a:t>
            </a:r>
            <a:r>
              <a:rPr lang="en-US" sz="1100" b="1" dirty="0">
                <a:solidFill>
                  <a:srgbClr val="0D9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du pattern standard : /^[^\s@]+@[^\s@]+\.[^\s@]+$/ testé avec plusieurs cas limites.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Utilisées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28016" cy="128016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HTML5, CSS3, JavaScript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84248"/>
            <a:ext cx="128016" cy="128016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9385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Docs — Composants &amp; grille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68296"/>
            <a:ext cx="128016" cy="128016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3225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Documentation — Commandes Git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Images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1600200"/>
            <a:ext cx="128016" cy="128016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5" name="Text 13"/>
          <p:cNvSpPr/>
          <p:nvPr/>
        </p:nvSpPr>
        <p:spPr>
          <a:xfrm>
            <a:off x="5230368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— Space Grotesk, DM Sans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984248"/>
            <a:ext cx="128016" cy="128016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7" name="Text 15"/>
          <p:cNvSpPr/>
          <p:nvPr/>
        </p:nvSpPr>
        <p:spPr>
          <a:xfrm>
            <a:off x="5230368" y="19385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 — Toutes les icônes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368296"/>
            <a:ext cx="128016" cy="128016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9" name="Text 17"/>
          <p:cNvSpPr/>
          <p:nvPr/>
        </p:nvSpPr>
        <p:spPr>
          <a:xfrm>
            <a:off x="5230368" y="23225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 / Pexels — Photos libres de droits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752344"/>
            <a:ext cx="128016" cy="128016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21" name="Text 19"/>
          <p:cNvSpPr/>
          <p:nvPr/>
        </p:nvSpPr>
        <p:spPr>
          <a:xfrm>
            <a:off x="5230368" y="27066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Coolors.co — Générateur de palette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 &amp; Validation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3566160"/>
            <a:ext cx="128016" cy="128016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3520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Validator — Validation HTML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3950208"/>
            <a:ext cx="128016" cy="128016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39044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— Déploiement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334256"/>
            <a:ext cx="128016" cy="128016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42885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 — Tests responsive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301752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0" y="3566160"/>
            <a:ext cx="128016" cy="128016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33" name="Text 31"/>
          <p:cNvSpPr/>
          <p:nvPr/>
        </p:nvSpPr>
        <p:spPr>
          <a:xfrm>
            <a:off x="5230368" y="3520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Awwwards.com — Tendances web 2026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0" y="3950208"/>
            <a:ext cx="128016" cy="128016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35" name="Text 33"/>
          <p:cNvSpPr/>
          <p:nvPr/>
        </p:nvSpPr>
        <p:spPr>
          <a:xfrm>
            <a:off x="5230368" y="39044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Dribbble — UI/UX inspiration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0" y="4334256"/>
            <a:ext cx="128016" cy="128016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37" name="Text 35"/>
          <p:cNvSpPr/>
          <p:nvPr/>
        </p:nvSpPr>
        <p:spPr>
          <a:xfrm>
            <a:off x="5230368" y="42885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CSS-Tricks — Guides Flexbox &amp; Grid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73152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0D917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0" y="731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Live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entre les 5 pages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2103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🌙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Dark / Light Mode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 au scroll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66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dynamique des freelances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34747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3566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383280" y="4069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formulaire contact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4747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566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17920" y="4069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 (DevTools)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GitHub Pages : https://VOTRE-USERNAME.github.io/NOM-Prenom-AfriTalent/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
</a:t>
            </a:r>
            <a:r>
              <a:rPr lang="en-US" sz="40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Perspectives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27432"/>
          </a:xfrm>
          <a:prstGeom prst="rect">
            <a:avLst/>
          </a:prstGeom>
          <a:solidFill>
            <a:srgbClr val="0D917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1732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j'ai appris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3716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du HTML5 sémantique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04288"/>
            <a:ext cx="137160" cy="13716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585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&amp; Bento Grid layout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42616"/>
            <a:ext cx="137160" cy="13716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5968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vanilla (DOM, événements)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80944"/>
            <a:ext cx="137160" cy="13716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352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Git avec 10 commits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19272"/>
            <a:ext cx="137160" cy="13716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2735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GitHub Pages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37160" cy="137160"/>
          </a:xfrm>
          <a:prstGeom prst="ellipse">
            <a:avLst/>
          </a:prstGeom>
          <a:solidFill>
            <a:srgbClr val="0D917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6118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&amp; responsive design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0D917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1965960"/>
            <a:ext cx="137160" cy="13716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19202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un backend (Node.js / PHP)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304288"/>
            <a:ext cx="137160" cy="13716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2585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réelle des freelances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642616"/>
            <a:ext cx="137160" cy="13716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5968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messagerie entre utilisateurs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980944"/>
            <a:ext cx="137160" cy="13716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29352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via API (Stripe / Wave)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3319272"/>
            <a:ext cx="137160" cy="13716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32735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(React Native)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3657600"/>
            <a:ext cx="137160" cy="13716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36118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pour le matching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371600" y="4343400"/>
            <a:ext cx="6400800" cy="685800"/>
          </a:xfrm>
          <a:prstGeom prst="roundRect">
            <a:avLst>
              <a:gd name="adj" fmla="val 20000"/>
            </a:avLst>
          </a:prstGeom>
          <a:solidFill>
            <a:srgbClr val="0D9171"/>
          </a:solidFill>
          <a:ln/>
        </p:spPr>
      </p:sp>
      <p:sp>
        <p:nvSpPr>
          <p:cNvPr id="33" name="Text 31"/>
          <p:cNvSpPr/>
          <p:nvPr/>
        </p:nvSpPr>
        <p:spPr>
          <a:xfrm>
            <a:off x="1371600" y="43434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 — Questions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1123</Words>
  <Application>Microsoft Office PowerPoint</Application>
  <PresentationFormat>Affichage à l'écran (16:9)</PresentationFormat>
  <Paragraphs>242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— Présentation Projet S2</dc:title>
  <dc:subject>PptxGenJS Presentation</dc:subject>
  <dc:creator>PptxGenJS</dc:creator>
  <cp:lastModifiedBy>Core</cp:lastModifiedBy>
  <cp:revision>2</cp:revision>
  <dcterms:created xsi:type="dcterms:W3CDTF">2026-07-02T19:42:21Z</dcterms:created>
  <dcterms:modified xsi:type="dcterms:W3CDTF">2026-07-02T19:50:04Z</dcterms:modified>
</cp:coreProperties>
</file>